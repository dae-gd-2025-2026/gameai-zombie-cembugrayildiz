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2" r:id="rId10"/>
    <p:sldId id="261" r:id="rId11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Delete all comments after reading</a:t>
            </a:r>
          </a:p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You are not allowed to add more slides to this presentation</a:t>
            </a:r>
            <a:endParaRPr lang="en-BE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Making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Visualization of your decision making structure (readable!)</a:t>
            </a:r>
          </a:p>
          <a:p>
            <a:pPr lvl="1"/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Tip: use miro.com!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Enemy handling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How does your agent deal with enemies (aiming, shooting, item usage, avoidance, hiding, usage of sprint, …)?</a:t>
            </a:r>
            <a:endParaRPr lang="en-BE" i="1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USE IMAGES/GIFS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manage the inventory (inventory organization, item usage, picking up and remembering items,…)? 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many steering behaviors does it use? Does it use blended steering?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explore the world ( how does it traverse the world, when and why does it visit houses, does it have a memory?)?</a:t>
            </a: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USE IMAGES/GIFS</a:t>
            </a: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Score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bg1">
                    <a:lumMod val="75000"/>
                  </a:schemeClr>
                </a:solidFill>
              </a:rPr>
              <a:t>Screen shot or list of highest scores</a:t>
            </a:r>
            <a:endParaRPr lang="en-BE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734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1FA549-68CC-49A1-82DE-27CD7D3E37DC}">
  <we:reference id="wa200010001" version="1.0.0.1" store="tr-TR" storeType="OMEX"/>
  <we:alternateReferences>
    <we:reference id="wa200010001" version="1.0.0.1" store="wa200010001" storeType="OMEX"/>
  </we:alternateReferences>
  <we:properties>
    <we:property name="claude.fileId" value="&quot;ef4b62f7-9b1a-4aa3-b303-55b9f6f283a1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3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152</Words>
  <Application>Microsoft Office PowerPoint</Application>
  <PresentationFormat>Geniş ekran</PresentationFormat>
  <Paragraphs>18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  <vt:lpstr>High Score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Cem Buğra Yıldız</cp:lastModifiedBy>
  <cp:revision>3</cp:revision>
  <dcterms:created xsi:type="dcterms:W3CDTF">2021-12-17T12:45:32Z</dcterms:created>
  <dcterms:modified xsi:type="dcterms:W3CDTF">2026-06-06T23:38:01Z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